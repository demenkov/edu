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ihdSP+YCLMcaOGI///FltC2BHH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«Тема моего доклада — концепция биологии познания Умберто Матураны.</a:t>
            </a:r>
            <a:br>
              <a:rPr lang="en-US"/>
            </a:br>
            <a:r>
              <a:rPr lang="en-US"/>
              <a:t> Материал основан исключительно на фрагментах, представленных в хрестоматии по философии науки под редакцией Л. А. Микешиной.»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«Умберто Матурана — чилийский нейробиолог, один из авторов биологического подхода к познанию.</a:t>
            </a:r>
            <a:br>
              <a:rPr lang="en-US"/>
            </a:br>
            <a:r>
              <a:rPr lang="en-US"/>
              <a:t> В своих работах он стремился переосмыслить само понимание знания, исходя не из философских абстракций, а из биологии живых систем.»</a:t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«Исходная идея Матураны заключается в том, что познание — это не отражение внешнего мира, а биологическая функция.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Человек познаёт потому, что он живое существо, обладающее определённой биологической организацией.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Поэтому познание неотделимо от жизни.»</a:t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«Центральным понятием концепции Матураны является автопоэзис — самопостроение и самовоспроизводство живых систем.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Живой организм непрерывно поддерживает собственную организацию, и именно в этом процессе возникает познание.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Познание — не внешнее дополнение к жизни, а её внутреннее свойство.»</a:t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«Матурана утверждает, что нервная система не отражает объективный мир.</a:t>
            </a:r>
            <a:br>
              <a:rPr lang="en-US"/>
            </a:br>
            <a:r>
              <a:rPr lang="en-US"/>
              <a:t> Она конструирует мир, определяя, какие воздействия среды будут значимыми для организма.</a:t>
            </a:r>
            <a:br>
              <a:rPr lang="en-US"/>
            </a:br>
            <a:r>
              <a:rPr lang="en-US"/>
              <a:t> Поэтому широко распространённая метафора мозга как “устройства обработки информации” является ошибочной.»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«С точки зрения Матураны, знание — это не совокупность представлений, а эффективное действие.</a:t>
            </a:r>
            <a:br>
              <a:rPr lang="en-US"/>
            </a:br>
            <a:r>
              <a:rPr lang="en-US"/>
              <a:t> Если поведение организма оказывается успешным в определённом контексте, мы говорим, что он “знает”.</a:t>
            </a:r>
            <a:br>
              <a:rPr lang="en-US"/>
            </a:br>
            <a:r>
              <a:rPr lang="en-US"/>
              <a:t> Отсюда его формула: жить — значит познавать.»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«Матурана подвергает критике классическое научное требование объективности.</a:t>
            </a:r>
            <a:br>
              <a:rPr lang="en-US"/>
            </a:br>
            <a:r>
              <a:rPr lang="en-US"/>
              <a:t> Наука предполагает, что знание описывает мир таким, каков он есть.</a:t>
            </a:r>
            <a:br>
              <a:rPr lang="en-US"/>
            </a:br>
            <a:r>
              <a:rPr lang="en-US"/>
              <a:t> Однако любое знание зависит от структуры познающего субъекта и не существует вне этой структуры.»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«Отсюда вытекает важный принцип Матураны: “всё сказанное сказано наблюдателем”.</a:t>
            </a:r>
            <a:br>
              <a:rPr lang="en-US"/>
            </a:br>
            <a:r>
              <a:rPr lang="en-US"/>
              <a:t> Любое описание мира всегда принадлежит наблюдателю и не может быть полностью отделено от него.</a:t>
            </a:r>
            <a:br>
              <a:rPr lang="en-US"/>
            </a:br>
            <a:r>
              <a:rPr lang="en-US"/>
              <a:t> Это ставит под сомнение идею абсолютно объективного знания.»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«Особое значение Матурана придаёт рефлексии — познанию того, как мы познаём.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Рефлексия позволяет обнаружить ограниченность нашей уверенности и иллюзорность окончательных истин.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Западная культура, по его мнению, чаще ориентирована на действие, чем на размышление о самом познании.»</a:t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«Таким образом, в концепции Матураны познание понимается как биологический процесс и форма жизни.</a:t>
            </a:r>
            <a:br>
              <a:rPr lang="en-US"/>
            </a:br>
            <a:r>
              <a:rPr lang="en-US"/>
              <a:t> Мир, в котором мы живём, создаётся в процессе нашего совместного существования.</a:t>
            </a:r>
            <a:br>
              <a:rPr lang="en-US"/>
            </a:br>
            <a:r>
              <a:rPr lang="en-US"/>
              <a:t> Поэтому познание познания становится одной из ключевых задач как науки, так и человеческой культуры.»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Умберто Матурана</a:t>
            </a:r>
            <a:endParaRPr/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Биология познания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(по материалам хрестоматии Л.А. Микешиной)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Кто такой Умберто Матурана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Чилийский нейробиолог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Представитель биологического подхода к познанию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Автор концепции биологии познания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Исходная установка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Познание — биологическая функция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Связано с целостностью живого организма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Невозможно вне жизни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Автопоэзис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Самопостроение и самовоспроизводство живых систем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Организм поддерживает собственную организацию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Основа понимания познания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Нервная система и мир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Нервная система не отражает мир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Она конструирует мир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Мозг — не «обработчик информации»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Знание как действие</a:t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Знание = эффективное действие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Оценивается в контексте ситуации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Жить — значит познавать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Эпистемология Матураны</a:t>
            </a:r>
            <a:endParaRPr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Критика объективного знания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Знание зависит от структуры познающего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Нет знания вне наблюдателя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Наблюдатель</a:t>
            </a:r>
            <a:endParaRPr/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«Все сказанное сказано наблюдателем»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Наблюдатель всегда включён в описание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Объективность проблематична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Рефлексия</a:t>
            </a:r>
            <a:endParaRPr/>
          </a:p>
        </p:txBody>
      </p:sp>
      <p:sp>
        <p:nvSpPr>
          <p:cNvPr id="133" name="Google Shape;13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Познание того, как мы познаём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Осознание ограниченности знания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Преодоление иллюзии уверенности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Выводы</a:t>
            </a:r>
            <a:endParaRPr/>
          </a:p>
        </p:txBody>
      </p: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Познание — биологический процесс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Мир создаётся в процессе жизни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Познание познания — ключевая задача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